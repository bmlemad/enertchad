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Juin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Radisson Blu, Sabangali —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