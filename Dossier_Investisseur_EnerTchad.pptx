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Juillet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en cours d'immatriculation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contact@enertchad.td · 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Block D, 2e étage, bureau 23 — Quartier Sabangali, Cité du 1er décembre,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: immatriculation en cours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